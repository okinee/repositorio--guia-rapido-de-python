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2D4A8A">
              <a:alpha val="40000"/>
            </a:srgbClr>
          </a:solidFill>
          <a:ln w="12700">
            <a:solidFill>
              <a:srgbClr val="2D4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463040" cy="146304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RÁPIDO 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repositório introdutório com conceitos essenciais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exemplos práticos da linguagem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32004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Silveira  ·  Pedro Chaves  ·  Mario Leal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Nisston Moraes Tavares de Melo  ·  UNIESP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91440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0424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desenvolvimento por Guido van Rossum no CWI, Holanda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91440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402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276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oficial da linguagem 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91440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747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5112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linguagens mais populares do mundo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960120"/>
            <a:ext cx="3566160" cy="365760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clara com indentação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inspirado no Monty Python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e open 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Ampla biblioteca de recursos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Aplicável em IA, web, ciência de dados e mais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APLICAÇÃO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Web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e aplicações com frameworks como Django e Flask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6012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24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visualização com Pandas, NumPy e Matplotlib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6012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24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com TensorFlow, PyTorch e scikit-learn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8036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bots e automação de tarefas repetitivas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88036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44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penetração e ferramentas de segurança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80360"/>
            <a:ext cx="91440" cy="1691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044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Científica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Simulações numéricas e análise estatística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DESVANTAGENS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93192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Vantagens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simples e fácil de aprender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 legível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quantidade de bibliotecas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múltiplos sistemas operacionais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produtividade no desenvolvimento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ativa e boa documentação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914400"/>
            <a:ext cx="3931920" cy="3931920"/>
          </a:xfrm>
          <a:prstGeom prst="rect">
            <a:avLst/>
          </a:prstGeom>
          <a:solidFill>
            <a:srgbClr val="FEF0F0"/>
          </a:solidFill>
          <a:ln w="12700">
            <a:solidFill>
              <a:srgbClr val="F5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241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Desvantagens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desempenho vs. C e C++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consumo de memória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ideal para processamento intensivo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interpretador para execução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CÓDIGO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3959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print("Olá, Python!")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input("Seu nome: 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print(f"Bem-vindo, {nome}!")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435608"/>
            <a:ext cx="3959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"Python"   #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versao = 3        # 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= True      # bool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416052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&amp; For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64408"/>
            <a:ext cx="3959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nums.append(4)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16052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&amp; While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264408"/>
            <a:ext cx="3959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2: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print("fim")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UTILIZAM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machine learning, crawler original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241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Django; servidores com milhões de linhas Python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2024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842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recomendação, segurança e distribuição de conteúdo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2024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842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e previsão de comportamento musical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8036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443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para previsão de tempo e preços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443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interna e análise de dados (3ª linguagem mais usada)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3840480"/>
            <a:ext cx="4114800" cy="804672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84048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90448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97480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especiais (Star Wars): banco de dados de imagens CGI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737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O nome não tem nada a ver com cobra!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 era fã do programa de TV britânico "Monty Python's Flying Circus" da BBC (anos 1970). Ele queria um nome curto, único e misterioso — e assim nasceu "Python".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8503920" cy="1737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8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880360"/>
            <a:ext cx="91440" cy="173736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Existe um poema escondido dentro do Python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executar "import this" no interpretador, aparece "The Zen of Python" — um poema de Tim Peters com princípios filosóficos da linguagem: "Bonito é melhor que feio", "Simples é melhor que complexo", "A legibilidade conta".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2D4A8A">
              <a:alpha val="35000"/>
            </a:srgbClr>
          </a:solidFill>
          <a:ln w="12700">
            <a:solidFill>
              <a:srgbClr val="2D4A8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continua sendo uma das linguagens mais relevantes do mundo — prática, versátil e em constante evolução.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2004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Silveira  ·  Pedro Chaves  ·  Mario Leal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UNIESP · Ciência da Computação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Rápido de Python</dc:title>
  <dc:subject>PptxGenJS Presentation</dc:subject>
  <dc:creator>Kauã Silveira, Pedro Chaves, Mario Leal</dc:creator>
  <cp:lastModifiedBy>Kauã Silveira, Pedro Chaves, Mario Leal</cp:lastModifiedBy>
  <cp:revision>1</cp:revision>
  <dcterms:created xsi:type="dcterms:W3CDTF">2026-05-23T16:38:11Z</dcterms:created>
  <dcterms:modified xsi:type="dcterms:W3CDTF">2026-05-23T16:38:11Z</dcterms:modified>
</cp:coreProperties>
</file>